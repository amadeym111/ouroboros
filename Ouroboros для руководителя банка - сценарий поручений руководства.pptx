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102F54">
              <a:alpha val="92000"/>
            </a:srgbClr>
          </a:solidFill>
          <a:ln w="12700">
            <a:solidFill>
              <a:srgbClr val="102F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A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662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Агентный разбор поручений руководства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5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 демонстрирует другую возможность агента: из поручения руководителя автоматически выделить тип работы, ответственных, источники, риски, срок и формат управленческого результата.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949440" y="114300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2592" y="1216152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AA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9006840" y="114300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9992" y="1216152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D4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Финансы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949440" y="180136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87452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Пилоты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9006840" y="180136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187452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949440" y="245973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2532888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AA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Технологии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9006840" y="245973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2532888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D4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Встречи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949440" y="3118104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3191256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ДЗО / Сеть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9006840" y="3118104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23B67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3191256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Иное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903720" y="4251960"/>
            <a:ext cx="4206240" cy="1005840"/>
          </a:xfrm>
          <a:prstGeom prst="roundRect">
            <a:avLst>
              <a:gd name="adj" fmla="val 4545"/>
            </a:avLst>
          </a:prstGeom>
          <a:solidFill>
            <a:srgbClr val="0F355E"/>
          </a:solidFill>
          <a:ln w="12700">
            <a:solidFill>
              <a:srgbClr val="2F5B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Основа: классификатор из проекта anton/reports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78040" y="48097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C9D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multi-label разметка поручений + debug-трассировка правил</a:t>
            </a:r>
            <a:endParaRPr lang="en-US" sz="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 СЦЕНАРИЙ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 не в классификации, а в потере управляемости поручений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Поручение руководителя часто содержит несколько типов работы сразу: встречу, аналитику, финансы, риски, технологический контур и внешние запросы.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5146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73152" cy="20116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404872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743200"/>
            <a:ext cx="21305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Свободный текст поручения, краткое содержание, срок, автор, адресаты, вложения и статус исполнения.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64992" y="3246120"/>
            <a:ext cx="795528" cy="0"/>
          </a:xfrm>
          <a:prstGeom prst="line">
            <a:avLst/>
          </a:prstGeom>
          <a:noFill/>
          <a:ln w="1778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43400" y="2240280"/>
            <a:ext cx="32004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240280"/>
            <a:ext cx="73152" cy="2011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2404872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Агентная обработка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44568" y="2743200"/>
            <a:ext cx="2816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Нормализует формулировку, ставит категории, проверяет неоднозначности, собирает источники и предлагает маршрут исполнения.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54112" y="3246120"/>
            <a:ext cx="786384" cy="0"/>
          </a:xfrm>
          <a:prstGeom prst="line">
            <a:avLst/>
          </a:prstGeom>
          <a:noFill/>
          <a:ln w="1778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32520" y="2240280"/>
            <a:ext cx="2697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2240280"/>
            <a:ext cx="73152" cy="2011680"/>
          </a:xfrm>
          <a:prstGeom prst="rect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3688" y="2404872"/>
            <a:ext cx="2313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33688" y="2743200"/>
            <a:ext cx="231343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Размеченный отчет, краткий briefing, список владельцев, риски, вопросы на уточнение и audit trail.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4919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Ключевой тезис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58368" y="523036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Агент не заменяет руководителя или исполнителя: он превращает неструктурированное поручение в управляемый объект с категорией, статусом, источниками и следующими действиями.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ЗАПУСКАТЬ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Триггеры сценария наследуют рамку срочной подготовки к встречам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Нужен явный управленческий контекст, а не просто поиск по документам.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333756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73152" cy="26060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94560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Запускать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532888"/>
            <a:ext cx="29535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есть поручение или пункт отчета руководства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нужно разнести по категориям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требуется подготовить справку, маршрут или статус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есть срок, ответственный или управленческий адресат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4434840" y="2029968"/>
            <a:ext cx="333756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029968"/>
            <a:ext cx="73152" cy="2606040"/>
          </a:xfrm>
          <a:prstGeom prst="rect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194560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Сначала уточнить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532888"/>
            <a:ext cx="29535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непонятен объект поручения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нет срока или ожидаемого результата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пересекаются несколько владельцев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категория влияет на доступ к закрытым данным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8183880" y="2029968"/>
            <a:ext cx="333756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029968"/>
            <a:ext cx="73152" cy="2606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194560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запускать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5048" y="2532888"/>
            <a:ext cx="295351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запрос про финальное решение вместо ответственного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попытка обойти полномочия или согласование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нет управленческого поручения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нужен публичный текст без внутреннего workflow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960120" y="5138928"/>
            <a:ext cx="10241280" cy="658368"/>
          </a:xfrm>
          <a:prstGeom prst="roundRect">
            <a:avLst>
              <a:gd name="adj" fmla="val 5556"/>
            </a:avLst>
          </a:prstGeom>
          <a:solidFill>
            <a:srgbClr val="EAF2FB"/>
          </a:solidFill>
          <a:ln w="12700">
            <a:solidFill>
              <a:srgbClr val="BFD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358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Правило запуска: если в запросе есть объект поручения, ожидаемый управленческий результат и необходимость разметки/маршрутизации, агент начинает обработку. Если один признак отсутствует, задается короткий уточняющий вопрос.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РАБОТАЕТ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агента: от текста поручения к управленческому артефакту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Классификация - первый слой. Ценность появляется после проверки, обогащения и фиксации next steps.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2084832"/>
            <a:ext cx="493776" cy="49377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52144" y="2331720"/>
            <a:ext cx="950976" cy="0"/>
          </a:xfrm>
          <a:prstGeom prst="line">
            <a:avLst/>
          </a:prstGeom>
          <a:noFill/>
          <a:ln w="17780">
            <a:solidFill>
              <a:srgbClr val="9CB5C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4632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Принять поручение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65760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текст, срок, автор, адресаты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32304" y="2084832"/>
            <a:ext cx="493776" cy="493776"/>
          </a:xfrm>
          <a:prstGeom prst="ellipse">
            <a:avLst/>
          </a:prstGeom>
          <a:solidFill>
            <a:srgbClr val="4AA3D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54096" y="2331720"/>
            <a:ext cx="950976" cy="0"/>
          </a:xfrm>
          <a:prstGeom prst="line">
            <a:avLst/>
          </a:prstGeom>
          <a:noFill/>
          <a:ln w="17780">
            <a:solidFill>
              <a:srgbClr val="9CB5C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386584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Нормализовать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267712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колонки, пробелы, регистр, ё/е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34256" y="2084832"/>
            <a:ext cx="493776" cy="49377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56048" y="2331720"/>
            <a:ext cx="950976" cy="0"/>
          </a:xfrm>
          <a:prstGeom prst="line">
            <a:avLst/>
          </a:prstGeom>
          <a:noFill/>
          <a:ln w="17780">
            <a:solidFill>
              <a:srgbClr val="9CB5C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88536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Классифицировать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169664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multi-label категории + Иное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36208" y="2084832"/>
            <a:ext cx="493776" cy="493776"/>
          </a:xfrm>
          <a:prstGeom prst="ellipse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2331720"/>
            <a:ext cx="950976" cy="0"/>
          </a:xfrm>
          <a:prstGeom prst="line">
            <a:avLst/>
          </a:prstGeom>
          <a:noFill/>
          <a:ln w="17780">
            <a:solidFill>
              <a:srgbClr val="9CB5C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190488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Обогатить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071616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источники, прошлые поручения, документы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38160" y="2084832"/>
            <a:ext cx="493776" cy="493776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59952" y="2331720"/>
            <a:ext cx="950976" cy="0"/>
          </a:xfrm>
          <a:prstGeom prst="line">
            <a:avLst/>
          </a:prstGeom>
          <a:noFill/>
          <a:ln w="17780">
            <a:solidFill>
              <a:srgbClr val="9CB5C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092440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Собрать briefing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973568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суть, статус, риски, вопросы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040112" y="2084832"/>
            <a:ext cx="493776" cy="49377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32136" y="2249424"/>
            <a:ext cx="914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994392" y="2816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Зафиксировать аудит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875520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правила, источники, ограничения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49808" y="43434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4343400"/>
            <a:ext cx="73152" cy="12344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4507992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 классификации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0976" y="4846320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`classify_boss_report.py`: XLSX/XLSM/CSV, текстовые колонки, regex + exact terms, debug-колонки.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4434840" y="43434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4343400"/>
            <a:ext cx="73152" cy="1234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4507992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Инструменты агента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36008" y="4846320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get_report_context, search_internal_docs, get_owner_registry, risk_policy_check, generate_briefing_pack.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8119872" y="4343400"/>
            <a:ext cx="3337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19872" y="4343400"/>
            <a:ext cx="73152" cy="1234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4507992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21040" y="4846320"/>
            <a:ext cx="29535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RBAC, classification labels, need-to-know, review владельца данных, журнал источников.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КЛАССИФИКАЦИЯ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категорий: multi-label вместо выбора одной полки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строка поручения может одновременно требовать встречи, бюджета, аналитики и технологического решения.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66544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Встречи и участие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2816352" y="208940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совещание, переговоры, презентация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16352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4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Финансы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2816352" y="28392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бюджет, capex/opex, инвестиции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493008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56616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Стратегия / Пилоты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2816352" y="35890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дорожная карта, PoC, опытная эксплуатация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4242816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15968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E5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2816352" y="433882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анализ, отчет, показатели, прогноз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3640" y="1993392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2066544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AA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Запросы информации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8348472" y="2089404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внутренние подразделения / ФОИВ, ЦБ, ФАС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2743200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816352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8348472" y="28392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санкции, комплаенс, инцидент, просрочка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3493008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56616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ДЗО / Сеть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8348472" y="35890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дочерние общества, сетевые компании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63640" y="4242816"/>
            <a:ext cx="1874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315968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Технологии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8348472" y="433882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ИИ, импортозамещение, инфраструктура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9808" y="5321808"/>
            <a:ext cx="4956048" cy="585216"/>
          </a:xfrm>
          <a:prstGeom prst="roundRect">
            <a:avLst>
              <a:gd name="adj" fmla="val 6250"/>
            </a:avLst>
          </a:prstGeom>
          <a:solidFill>
            <a:srgbClr val="EAF7F0"/>
          </a:solidFill>
          <a:ln w="12700">
            <a:solidFill>
              <a:srgbClr val="B7DA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550468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Смешанные распоряжения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2834640" y="5504688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ставится автоматически, если найдено больше одной базовой категории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446520" y="5321808"/>
            <a:ext cx="4956048" cy="585216"/>
          </a:xfrm>
          <a:prstGeom prst="roundRect">
            <a:avLst>
              <a:gd name="adj" fmla="val 6250"/>
            </a:avLst>
          </a:prstGeom>
          <a:solidFill>
            <a:srgbClr val="FFF5E7"/>
          </a:solidFill>
          <a:ln w="12700">
            <a:solidFill>
              <a:srgbClr val="E4C2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5504688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4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Иное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7360920" y="5504688"/>
            <a:ext cx="3246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ставится автоматически, если базовые категории не найдены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ДЕМО-ПОРУЧЕНИЕ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один пункт превращается в рабочий пакет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показывает не реальные данные, а ожидаемую логику сценария.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507492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214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Поручение руководства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932688" y="24140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«Проанализировать применение LLM в клиентских сервисах, оценить бюджет пилота и подготовить материалы к совещанию с рисками до пятницы»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400800" y="190195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7510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E56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8641080" y="1901952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197510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Технологии (ИИ)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6400800" y="2340864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414016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D48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Финансы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8641080" y="2340864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2414016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Пилоты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400800" y="2779776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AA3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85292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4AA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Встречи и участие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8641080" y="2779776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285292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B85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6400800" y="3218688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291840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Смешанные распоряжения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5833872" y="2505456"/>
            <a:ext cx="438912" cy="0"/>
          </a:xfrm>
          <a:prstGeom prst="line">
            <a:avLst/>
          </a:prstGeom>
          <a:noFill/>
          <a:ln w="17780">
            <a:solidFill>
              <a:srgbClr val="2E74B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3232" y="3822192"/>
            <a:ext cx="2514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822192"/>
            <a:ext cx="73152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86784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325112"/>
            <a:ext cx="2130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Суть поручения, ожидаемый результат, срок, владелец, открытые вопросы.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3429000" y="3822192"/>
            <a:ext cx="2514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3822192"/>
            <a:ext cx="73152" cy="13716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3986784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Маршрут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30168" y="4325112"/>
            <a:ext cx="2130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Аналитика, ИТ, финансы, риск-owner, секретариат совещания.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6144768" y="3822192"/>
            <a:ext cx="2514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3822192"/>
            <a:ext cx="73152" cy="1371600"/>
          </a:xfrm>
          <a:prstGeom prst="rect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986784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45936" y="4325112"/>
            <a:ext cx="2130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Регламенты, прошлые поручения, бюджетные витрины, риск-политики.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8860536" y="3822192"/>
            <a:ext cx="2514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0536" y="3822192"/>
            <a:ext cx="73152" cy="1371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61704" y="3986784"/>
            <a:ext cx="2130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61704" y="4325112"/>
            <a:ext cx="2130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matched_categories, matched_patterns, timestamp, ограничения доступа.</a:t>
            </a:r>
            <a:endParaRPr lang="en-US" sz="7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ГРАНИЦЫ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Production-контур: агент готовит и маршрутизирует, но не присваивает полномочия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 же логика безопасности, что в сценарии подготовки к срочной встрече.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901952"/>
            <a:ext cx="329184" cy="329184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" y="1988820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44168" y="1874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Доступ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44168" y="21671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роли, need-to-know, уровня классификации и полномочий по объекту поручения.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68680" y="2843784"/>
            <a:ext cx="329184" cy="32918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" y="2930652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44168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44168" y="31089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Материалы маркируются источниками, временем актуальности и зонами неопределенности.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68680" y="3785616"/>
            <a:ext cx="329184" cy="329184"/>
          </a:xfrm>
          <a:prstGeom prst="ellipse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" y="3872484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44168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44168" y="40507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Юридические, финансовые, AML/санкционные и кадровые выводы остаются за владельцами процесса.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4727448"/>
            <a:ext cx="329184" cy="32918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" y="4814316"/>
            <a:ext cx="118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44168" y="47000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Самоулучшение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44168" y="49926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Изменение словарей, regex-правил и шаблонов - только через review, тесты и историю изменений.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473952" y="1938528"/>
            <a:ext cx="448056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Критичные варианты завершения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12280" y="267004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DONE_SUCCESS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8375904" y="267004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поручение размечено, briefing готов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6812280" y="310896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DONE_REVIEW_PENDING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8375904" y="310896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часть данных ждет владельца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6812280" y="354787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DONE_PARTIAL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8375904" y="354787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собрана короткая версия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6812280" y="398678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DONE_HANDOFF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8375904" y="3986784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передано ответственному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812280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DONE_BLOCKED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8375904" y="4425696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прав или данных для старта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агентный контроль поручений руководства на read-only контуре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 пилота - доказать скорость, качество разметки и полезность управленческого briefing без изменения первичных систем.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Ouroboros для руководителя банка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260604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11680"/>
            <a:ext cx="73152" cy="24688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76272"/>
            <a:ext cx="2221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514600"/>
            <a:ext cx="22219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100-300 строк отчета руководства за выбранный период. Вход: XLSX, текст поручения, краткое содержание, срок, исполнитель.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47872" y="2011680"/>
            <a:ext cx="260604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2011680"/>
            <a:ext cx="73152" cy="2468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176272"/>
            <a:ext cx="2221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22219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доступ к отчету, справочнику владельцев, базе документов, календарю и журналу прошлых поручений.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37376" y="2011680"/>
            <a:ext cx="260604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2011680"/>
            <a:ext cx="73152" cy="2468880"/>
          </a:xfrm>
          <a:prstGeom prst="rect">
            <a:avLst/>
          </a:prstGeom>
          <a:solidFill>
            <a:srgbClr val="D48A17"/>
          </a:solidFill>
          <a:ln w="12700">
            <a:solidFill>
              <a:srgbClr val="D48A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176272"/>
            <a:ext cx="2221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38544" y="2514600"/>
            <a:ext cx="22219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Точность категорий, доля mixed/other, время подготовки, число уточнений, полнота audit trail, доля ручной доработки.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26880" y="2011680"/>
            <a:ext cx="2148840" cy="24688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011680"/>
            <a:ext cx="73152" cy="2468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8048" y="2176272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28048" y="2514600"/>
            <a:ext cx="17647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C5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Подключить review экспертов и regression-тесты на ложные срабатывания правил.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4672" y="5074920"/>
            <a:ext cx="10561320" cy="676656"/>
          </a:xfrm>
          <a:prstGeom prst="roundRect">
            <a:avLst>
              <a:gd name="adj" fmla="val 540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30352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Предлагаемый результат пилота: классифицированный отчет + one-page briefing по смешанным и рискованным поручениям + список правил, которые нужно уточнить перед production.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Ouroboros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Ouroboros: агентный разбор поручений руководства</dc:title>
  <dc:subject>Сценарий агента по поручениям руководства</dc:subject>
  <dc:creator>Ouroboros</dc:creator>
  <cp:lastModifiedBy>Ouroboros</cp:lastModifiedBy>
  <cp:revision>1</cp:revision>
  <dcterms:created xsi:type="dcterms:W3CDTF">2026-06-03T14:29:10Z</dcterms:created>
  <dcterms:modified xsi:type="dcterms:W3CDTF">2026-06-03T14:29:10Z</dcterms:modified>
</cp:coreProperties>
</file>